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前案件 表紙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前案件 現状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前案件 検証結果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前案件 検証結果2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会社概要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540000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